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font" Target="fonts/font3.fntdata"/><Relationship Id="rId24" Type="http://schemas.openxmlformats.org/officeDocument/2006/relationships/font" Target="fonts/font4.fntdata"/><Relationship Id="rId25" Type="http://schemas.openxmlformats.org/officeDocument/2006/relationships/font" Target="fonts/font5.fntdata"/><Relationship Id="rId26" Type="http://schemas.openxmlformats.org/officeDocument/2006/relationships/font" Target="fonts/font6.fntdata"/><Relationship Id="rId27" Type="http://schemas.openxmlformats.org/officeDocument/2006/relationships/font" Target="fonts/font7.fntdata"/><Relationship Id="rId2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2" Type="http://schemas.openxmlformats.org/officeDocument/2006/relationships/image" Target="../media/image-1012-2.png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2" Type="http://schemas.openxmlformats.org/officeDocument/2006/relationships/image" Target="../media/image-1013-2.png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4-1.png"/><Relationship Id="rId2" Type="http://schemas.openxmlformats.org/officeDocument/2006/relationships/image" Target="../media/image-1014-2.png"/><Relationship Id="rId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5-1.png"/><Relationship Id="rId2" Type="http://schemas.openxmlformats.org/officeDocument/2006/relationships/image" Target="../media/image-1015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6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5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408878"/>
            <a:ext cx="119002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Salary Prediction Using Regression in Python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45781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Analyzing compensation data to build predictive models for human resources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6237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Introduction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38130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$1.2M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2565916" y="41699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Annual Loss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660344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Companies lose per year on inaccurate salary benchmarks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456884" y="3138130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4.2K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9229130" y="41699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Salary Increase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56884" y="4660344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Additional dollars per year of experience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278398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Linear regression offers a transparent, low-cost solution for HR analytics. By leveraging historical compensation data, organizations can make data-driven decisions about employee salaries, reducing both overpayment and underpayment while staying competitive in the job market.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4341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592354"/>
            <a:ext cx="6407944" cy="2093714"/>
          </a:xfrm>
          <a:prstGeom prst="roundRect">
            <a:avLst>
              <a:gd name="adj" fmla="val 6988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592354"/>
            <a:ext cx="121920" cy="2093714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849648"/>
            <a:ext cx="30040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Over-Paying Challenge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4340066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23% of new hires receive salaries exceeding market value by more than 15%, leading to unnecessary budget strain and internal equity issues.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3592354"/>
            <a:ext cx="6408063" cy="2093714"/>
          </a:xfrm>
          <a:prstGeom prst="roundRect">
            <a:avLst>
              <a:gd name="adj" fmla="val 6988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3592354"/>
            <a:ext cx="121920" cy="2093714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38496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Under-Paying Risk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4340066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31% of high-performing employees earn less than 10% below comparable peers, increasing turnover risk and reducing employee satisfaction.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5928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Project Objectives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21687"/>
            <a:ext cx="4196358" cy="3348633"/>
          </a:xfrm>
          <a:prstGeom prst="roundRect">
            <a:avLst>
              <a:gd name="adj" fmla="val 6096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3464" y="327136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C833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0630" y="3458408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3464" y="4178617"/>
            <a:ext cx="29391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Build Predictive Model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43464" y="4669036"/>
            <a:ext cx="369701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 a regression model that accurately estimates salary based on experience, education, location, and job title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3021687"/>
            <a:ext cx="4196358" cy="3348633"/>
          </a:xfrm>
          <a:prstGeom prst="roundRect">
            <a:avLst>
              <a:gd name="adj" fmla="val 6096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66636" y="327136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C833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53802" y="3458408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66636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Achieve R² ≥ 0.65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66636" y="4669036"/>
            <a:ext cx="36970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Reach acceptable predictive power while maintaining interpretability for HR stakeholders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3021687"/>
            <a:ext cx="4196358" cy="3348633"/>
          </a:xfrm>
          <a:prstGeom prst="roundRect">
            <a:avLst>
              <a:gd name="adj" fmla="val 6096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89808" y="327136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C833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76974" y="3458408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89808" y="4178617"/>
            <a:ext cx="28544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Reproducible Pipeline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89808" y="4669036"/>
            <a:ext cx="36970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a transparent, pure Python implementation that can be easily audited and deployed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6602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Tools &amp; Technologies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728436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27284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Python 3.12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3218855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programming language providing ecosystem for data science and machine learning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2728436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07348" y="27284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NumPy &amp; Pandas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307348" y="3218855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Essential libraries for numerical computing and data manipulation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398288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44253" y="43982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Matplotlib &amp; Seaborn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644253" y="4888706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Visualization tools for creating insightful charts and statistical graphics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6884" y="439828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07348" y="43982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Scikit-learn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307348" y="4888706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Machine learning framework for model training, validation, and evaluation metrics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793790" y="595467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endParaRPr lang="en-US" sz="4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488" y="2807018"/>
            <a:ext cx="4919305" cy="261544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250162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NBA Player Dataset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793790" y="3550563"/>
            <a:ext cx="7556421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dataset merges player per-game and advanced statistics for the NBA's 2022-23 season with player salary data, creating a comprehensive resource for understanding the performance and financial aspects of professional basketball players. The dataset is the result of web scraping player salary information from Hoopshype, and downloading traditional per-game and advanced statistics from Basketball Reference.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58509"/>
            <a:ext cx="6244709" cy="35125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99521" y="2578179"/>
            <a:ext cx="624470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Top 10 Highest Paid Players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99521" y="4222552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code sorts the dataset of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466 players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based on salary in descending order.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displays the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8 players with the highest salaries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a table for easy analysis of top earners.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📊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58509"/>
            <a:ext cx="6244709" cy="35125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99521" y="2578179"/>
            <a:ext cx="624470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Young vs Veteran Players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99521" y="4222552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code divides players into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young players (Age &lt; 25)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veteran players (Age ≥ 25)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then calculates and compares the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salary of both groups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analyze how age affects player salaries.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58509"/>
            <a:ext cx="6244709" cy="35125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99521" y="2578179"/>
            <a:ext cx="624470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Star Players vs Role Players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99521" y="4222552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code creates a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StarScore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using Points, Assists, and Rebounds to measure overall performance.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Players are classified as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Star Players or Role Players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and their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salaries are compared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based on performance. 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58509"/>
            <a:ext cx="6244709" cy="35125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99521" y="2215277"/>
            <a:ext cx="624470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Offense vs Defense Contribution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99521" y="3859649"/>
            <a:ext cx="624470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code creates two new metrics: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Offense (Points + Assists)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Defense (Steals + Blocks + Rebounds)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measure player contributions.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scatter plot is generated using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Matplotlib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visualize the relationship between offensive and defensive performance of players.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📊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302" y="846772"/>
            <a:ext cx="7341037" cy="628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 Visualization and Analysis</a:t>
            </a:r>
            <a:endParaRPr lang="en-US" sz="3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302" y="1942148"/>
            <a:ext cx="4080510" cy="22952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3302" y="4437698"/>
            <a:ext cx="3499723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Salary Distribution of Players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703302" y="4929664"/>
            <a:ext cx="4080510" cy="60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code uses </a:t>
            </a:r>
            <a:pPr algn="l" indent="0" marL="0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Matplotlib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create a histogram of the </a:t>
            </a:r>
            <a:pPr algn="l" indent="0" marL="0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Salary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column.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03302" y="5696069"/>
            <a:ext cx="4080510" cy="1212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shows how salaries are distributed across players, helping identify common salary ranges and overall salary patterns in the dataset. 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📊</a:t>
            </a:r>
            <a:endParaRPr lang="en-US" sz="1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1732" y="1942148"/>
            <a:ext cx="4080510" cy="229528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81732" y="4437698"/>
            <a:ext cx="4080510" cy="627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Salary vs Points Per Game Analysis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5281732" y="5243632"/>
            <a:ext cx="4080510" cy="90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code uses </a:t>
            </a:r>
            <a:pPr algn="l" indent="0" marL="0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Matplotlib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create a scatter plot showing the relationship between </a:t>
            </a:r>
            <a:pPr algn="l" indent="0" marL="0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Points Per Game (PTS)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pPr algn="l" indent="0" marL="0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player salary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5281732" y="6313170"/>
            <a:ext cx="4080510" cy="90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dot represents a player, helping visualize how salary changes with performance (points scored per game). 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📊</a:t>
            </a:r>
            <a:endParaRPr lang="en-US" sz="15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0161" y="1942148"/>
            <a:ext cx="4080510" cy="229528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860161" y="4437698"/>
            <a:ext cx="3389948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Average Salary by Age Trend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9860161" y="4929664"/>
            <a:ext cx="4080510" cy="1212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code calculates the </a:t>
            </a:r>
            <a:pPr algn="l" indent="0" marL="0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salary for each age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using the dataset and then visualizes it with a line graph using </a:t>
            </a:r>
            <a:pPr algn="l" indent="0" marL="0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Matplotlib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9860161" y="6302335"/>
            <a:ext cx="4080510" cy="90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graph shows how the </a:t>
            </a:r>
            <a:pPr algn="l" indent="0" marL="0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player salary changes with age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helping identify salary trends across different age groups. 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📈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100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 Visualization and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26779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code creates new features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Offense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(Points + Assists) and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Defense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(Steals + Blocks + Rebounds) from the dataset.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scatter plot is then generated using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Matplotlib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visualize the relationship between players’ offensive and defensive contributions.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📊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93458"/>
            <a:ext cx="604908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Results &amp; Performance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69212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0.68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455420" y="33010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R² Score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79142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Coefficient of determination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35893" y="2269212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$8,950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5897523" y="33010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RMSE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35893" y="379142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Root mean squared error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677995" y="2269212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12K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10339626" y="33010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Records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77995" y="379142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Dataset size used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46362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93790" y="5217438"/>
            <a:ext cx="828413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achieves R² of 0.68, exceeding the 0.65 target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Years of experience shows strongest correlation with salary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Engineers have highest median compensation across all experience levels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Urban locations command 15% premium over rural areas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9638943" y="46362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Model Limitations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638943" y="5217438"/>
            <a:ext cx="420516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While the linear model provides interpretable results, non-linear relationships in the data suggest potential for improvement with more sophisticated algorithms.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49003"/>
            <a:ext cx="638698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Conclusion &amp; Next Steps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597944"/>
            <a:ext cx="1134070" cy="13608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54674" y="2824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Current Success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154674" y="3315176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Linear regression delivers quick, interpretable salary forecasts with acceptable accuracy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3958828"/>
            <a:ext cx="1134070" cy="13608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54674" y="41856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Deployment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2154674" y="4676061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 as Flask API for real-time HR queries and integration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319713"/>
            <a:ext cx="1134070" cy="13608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154674" y="55465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Future Improvements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2154674" y="6036945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Iterate with regularization or tree-based models to push R² &gt; 0.80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2026-03-10T15:14:20Z</dcterms:created>
  <dcterms:modified xsi:type="dcterms:W3CDTF">2026-03-10T15:14:20Z</dcterms:modified>
</cp:coreProperties>
</file>